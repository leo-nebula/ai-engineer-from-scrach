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6" r:id="rId3"/>
    <p:sldId id="258" r:id="rId4"/>
    <p:sldId id="259" r:id="rId5"/>
    <p:sldId id="260" r:id="rId6"/>
    <p:sldId id="256" r:id="rId7"/>
    <p:sldId id="262" r:id="rId8"/>
    <p:sldId id="263" r:id="rId9"/>
    <p:sldId id="264" r:id="rId10"/>
    <p:sldId id="265" r:id="rId11"/>
    <p:sldId id="268" r:id="rId12"/>
    <p:sldId id="269" r:id="rId13"/>
    <p:sldId id="270" r:id="rId14"/>
    <p:sldId id="271" r:id="rId15"/>
    <p:sldId id="272" r:id="rId16"/>
    <p:sldId id="273" r:id="rId17"/>
    <p:sldId id="267" r:id="rId18"/>
    <p:sldId id="275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0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55309-D82C-4A06-8261-0833C5E3A1E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DE7DC-6F3D-4302-A6A7-7248BCC8122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55309-D82C-4A06-8261-0833C5E3A1E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DE7DC-6F3D-4302-A6A7-7248BCC8122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55309-D82C-4A06-8261-0833C5E3A1E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DE7DC-6F3D-4302-A6A7-7248BCC8122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55309-D82C-4A06-8261-0833C5E3A1E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DE7DC-6F3D-4302-A6A7-7248BCC8122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55309-D82C-4A06-8261-0833C5E3A1E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DE7DC-6F3D-4302-A6A7-7248BCC8122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55309-D82C-4A06-8261-0833C5E3A1E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DE7DC-6F3D-4302-A6A7-7248BCC8122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55309-D82C-4A06-8261-0833C5E3A1E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DE7DC-6F3D-4302-A6A7-7248BCC8122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55309-D82C-4A06-8261-0833C5E3A1E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DE7DC-6F3D-4302-A6A7-7248BCC8122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55309-D82C-4A06-8261-0833C5E3A1E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DE7DC-6F3D-4302-A6A7-7248BCC8122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55309-D82C-4A06-8261-0833C5E3A1E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DE7DC-6F3D-4302-A6A7-7248BCC8122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55309-D82C-4A06-8261-0833C5E3A1E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DE7DC-6F3D-4302-A6A7-7248BCC8122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55309-D82C-4A06-8261-0833C5E3A1E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DE7DC-6F3D-4302-A6A7-7248BCC81220}" type="slidenum">
              <a:rPr lang="zh-CN" altLang="en-US" smtClean="0"/>
            </a:fld>
            <a:endParaRPr lang="zh-CN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55309-D82C-4A06-8261-0833C5E3A1E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DE7DC-6F3D-4302-A6A7-7248BCC8122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55309-D82C-4A06-8261-0833C5E3A1E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DE7DC-6F3D-4302-A6A7-7248BCC8122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55309-D82C-4A06-8261-0833C5E3A1E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DE7DC-6F3D-4302-A6A7-7248BCC8122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55309-D82C-4A06-8261-0833C5E3A1E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DE7DC-6F3D-4302-A6A7-7248BCC8122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55309-D82C-4A06-8261-0833C5E3A1E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DE7DC-6F3D-4302-A6A7-7248BCC8122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46955309-D82C-4A06-8261-0833C5E3A1E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5F5DE7DC-6F3D-4302-A6A7-7248BCC81220}" type="slidenum">
              <a:rPr lang="zh-CN" altLang="en-US" smtClean="0"/>
            </a:fld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 panose="020B0703020202090204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7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panose="05020102010507070707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90" indent="-269875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panose="05020102010507070707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160" indent="-2159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panose="05020102010507070707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205" indent="-2159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panose="05020102010507070707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3860" indent="-2159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panose="05020102010507070707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855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panose="05020102010507070707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57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panose="05020102010507070707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892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panose="05020102010507070707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42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panose="05020102010507070707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Agent </a:t>
            </a:r>
            <a:r>
              <a:rPr lang="zh-CN" altLang="en-US" dirty="0"/>
              <a:t>设计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Jul</a:t>
            </a:r>
            <a:r>
              <a:rPr lang="en-US" altLang="zh-CN" dirty="0"/>
              <a:t>y</a:t>
            </a:r>
            <a:endParaRPr lang="en-US" altLang="zh-C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09750"/>
            <a:ext cx="12192000" cy="3238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920" y="0"/>
            <a:ext cx="1042416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5421" y="0"/>
            <a:ext cx="7163328" cy="609417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529" y="0"/>
            <a:ext cx="11698941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757"/>
    </mc:Choice>
    <mc:Fallback>
      <p:transition spd="slow" advTm="6757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7212" y="248566"/>
            <a:ext cx="8818384" cy="59561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05215"/>
    </mc:Choice>
    <mc:Fallback>
      <p:transition spd="slow" advTm="405215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991" y="464429"/>
            <a:ext cx="10067321" cy="58762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04215"/>
    </mc:Choice>
    <mc:Fallback>
      <p:transition spd="slow" advTm="404215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8565" y="526339"/>
            <a:ext cx="10071405" cy="562467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86051" y="1724012"/>
            <a:ext cx="6419897" cy="34099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09851" y="1547798"/>
            <a:ext cx="6572298" cy="376240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24125" y="1604949"/>
            <a:ext cx="6743749" cy="364810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9868" y="409575"/>
            <a:ext cx="11043256" cy="584358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8088" y="517417"/>
            <a:ext cx="10506516" cy="570942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9932" y="578941"/>
            <a:ext cx="11351284" cy="557207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8742" y="722599"/>
            <a:ext cx="11293884" cy="526337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Human in the loop </a:t>
            </a:r>
            <a:br>
              <a:rPr lang="en-US" altLang="zh-CN" dirty="0"/>
            </a:br>
            <a:r>
              <a:rPr lang="en-US" altLang="zh-CN" dirty="0"/>
              <a:t>AI Agent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0693" y="4267412"/>
            <a:ext cx="9440034" cy="1049867"/>
          </a:xfrm>
        </p:spPr>
        <p:txBody>
          <a:bodyPr/>
          <a:lstStyle/>
          <a:p>
            <a:r>
              <a:rPr lang="en-US" altLang="zh-CN" dirty="0"/>
              <a:t>Jul</a:t>
            </a:r>
            <a:r>
              <a:rPr lang="en-US" altLang="zh-CN" dirty="0"/>
              <a:t>y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69819"/>
    </mc:Choice>
    <mc:Fallback>
      <p:transition spd="slow" advTm="1169819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Hermes Agent </a:t>
            </a:r>
            <a:r>
              <a:rPr lang="en-US" altLang="zh-CN"/>
              <a:t>Architecture </a:t>
            </a:r>
            <a:br>
              <a:rPr lang="en-US" altLang="zh-CN"/>
            </a:br>
            <a:r>
              <a:rPr lang="zh-CN" altLang="en-US"/>
              <a:t>学习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0693" y="4267412"/>
            <a:ext cx="9440034" cy="1049867"/>
          </a:xfrm>
        </p:spPr>
        <p:txBody>
          <a:bodyPr/>
          <a:lstStyle/>
          <a:p>
            <a:r>
              <a:rPr lang="en-US" altLang="zh-CN" dirty="0"/>
              <a:t>Jul</a:t>
            </a:r>
            <a:r>
              <a:rPr lang="en-US" altLang="zh-CN" dirty="0"/>
              <a:t>y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69819"/>
    </mc:Choice>
    <mc:Fallback>
      <p:transition spd="slow" advTm="1169819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65694"/>
            <a:ext cx="12192000" cy="3526612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jpeg"/></Relationships>
</file>

<file path=ppt/theme/theme1.xml><?xml version="1.0" encoding="utf-8"?>
<a:theme xmlns:a="http://schemas.openxmlformats.org/drawingml/2006/main" name="石板">
  <a:themeElements>
    <a:clrScheme name="石板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826F61"/>
      </a:accent1>
      <a:accent2>
        <a:srgbClr val="A19C7F"/>
      </a:accent2>
      <a:accent3>
        <a:srgbClr val="9AA489"/>
      </a:accent3>
      <a:accent4>
        <a:srgbClr val="7C938B"/>
      </a:accent4>
      <a:accent5>
        <a:srgbClr val="7C7D92"/>
      </a:accent5>
      <a:accent6>
        <a:srgbClr val="897376"/>
      </a:accent6>
      <a:hlink>
        <a:srgbClr val="D29B73"/>
      </a:hlink>
      <a:folHlink>
        <a:srgbClr val="F4C5A4"/>
      </a:folHlink>
    </a:clrScheme>
    <a:fontScheme name="石板">
      <a:majorFont>
        <a:latin typeface="Calisto MT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石板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TM04033929[[fn=石板]]</Template>
  <TotalTime>0</TotalTime>
  <Words>76</Words>
  <Application>WPS 演示</Application>
  <PresentationFormat>宽屏</PresentationFormat>
  <Paragraphs>12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5" baseType="lpstr">
      <vt:lpstr>Arial</vt:lpstr>
      <vt:lpstr>宋体</vt:lpstr>
      <vt:lpstr>Wingdings</vt:lpstr>
      <vt:lpstr>Trebuchet MS</vt:lpstr>
      <vt:lpstr>Wingdings 2</vt:lpstr>
      <vt:lpstr>Calisto MT</vt:lpstr>
      <vt:lpstr>苹方-简</vt:lpstr>
      <vt:lpstr>方正舒体</vt:lpstr>
      <vt:lpstr>微软雅黑</vt:lpstr>
      <vt:lpstr>汉仪旗黑</vt:lpstr>
      <vt:lpstr>宋体</vt:lpstr>
      <vt:lpstr>Arial Unicode MS</vt:lpstr>
      <vt:lpstr>Calibri</vt:lpstr>
      <vt:lpstr>Helvetica Neue</vt:lpstr>
      <vt:lpstr>汉仪书宋二KW</vt:lpstr>
      <vt:lpstr>Trebuchet MS</vt:lpstr>
      <vt:lpstr>石板</vt:lpstr>
      <vt:lpstr>Agent 设计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Human in the loop  AI Agent</vt:lpstr>
      <vt:lpstr>Hermes Agent Architecture  学习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Julie p</dc:creator>
  <cp:lastModifiedBy>BurNing</cp:lastModifiedBy>
  <cp:revision>36</cp:revision>
  <dcterms:created xsi:type="dcterms:W3CDTF">2026-08-28T06:44:53Z</dcterms:created>
  <dcterms:modified xsi:type="dcterms:W3CDTF">2026-08-28T06:44:53Z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2D0FB20AAF246798402E916A3162B803_42</vt:lpwstr>
  </property>
  <property fmtid="{D5CDD505-2E9C-101B-9397-08002B2CF9AE}" pid="3" name="KSOProductBuildVer">
    <vt:lpwstr>2052-12.1.23135.23135</vt:lpwstr>
  </property>
</Properties>
</file>